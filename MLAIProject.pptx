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D55265-1D91-A306-B73E-AFAB6CBE7AC7}" v="816" dt="2026-02-12T11:48:07.712"/>
    <p1510:client id="{A95BB2D6-1A30-4E96-9C00-07BDA3805045}" v="446" dt="2026-02-12T11:45:47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00229142 David Burgos" userId="7f8adce1-c802-4289-9a04-a325c955edfc" providerId="ADAL" clId="{E412B5D0-A0BE-4925-9B5D-9DED7C4BD318}"/>
    <pc:docChg chg="undo custSel addSld delSld modSld addMainMaster delMainMaster">
      <pc:chgData name="X00229142 David Burgos" userId="7f8adce1-c802-4289-9a04-a325c955edfc" providerId="ADAL" clId="{E412B5D0-A0BE-4925-9B5D-9DED7C4BD318}" dt="2026-02-12T11:45:47.986" v="469" actId="20577"/>
      <pc:docMkLst>
        <pc:docMk/>
      </pc:docMkLst>
      <pc:sldChg chg="new add del">
        <pc:chgData name="X00229142 David Burgos" userId="7f8adce1-c802-4289-9a04-a325c955edfc" providerId="ADAL" clId="{E412B5D0-A0BE-4925-9B5D-9DED7C4BD318}" dt="2026-02-12T11:26:22.203" v="49" actId="680"/>
        <pc:sldMkLst>
          <pc:docMk/>
          <pc:sldMk cId="368303280" sldId="256"/>
        </pc:sldMkLst>
      </pc:sldChg>
      <pc:sldChg chg="addSp delSp modSp add del mod setBg modClrScheme chgLayout">
        <pc:chgData name="X00229142 David Burgos" userId="7f8adce1-c802-4289-9a04-a325c955edfc" providerId="ADAL" clId="{E412B5D0-A0BE-4925-9B5D-9DED7C4BD318}" dt="2026-02-12T11:26:22.847" v="51" actId="47"/>
        <pc:sldMkLst>
          <pc:docMk/>
          <pc:sldMk cId="1053184267" sldId="256"/>
        </pc:sldMkLst>
        <pc:spChg chg="mo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2" creationId="{C0092CF2-A867-31F7-ADC3-9F87EF664334}"/>
          </ac:spMkLst>
        </pc:spChg>
        <pc:spChg chg="mo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3" creationId="{509CDD67-53BE-9E80-1AC0-70788F6D50DC}"/>
          </ac:spMkLst>
        </pc:spChg>
        <pc:spChg chg="add del">
          <ac:chgData name="X00229142 David Burgos" userId="7f8adce1-c802-4289-9a04-a325c955edfc" providerId="ADAL" clId="{E412B5D0-A0BE-4925-9B5D-9DED7C4BD318}" dt="2026-02-12T11:25:21.985" v="37" actId="26606"/>
          <ac:spMkLst>
            <pc:docMk/>
            <pc:sldMk cId="1053184267" sldId="256"/>
            <ac:spMk id="9" creationId="{8F626F98-F213-4034-8836-88A71501D0F0}"/>
          </ac:spMkLst>
        </pc:spChg>
        <pc:spChg chg="add del">
          <ac:chgData name="X00229142 David Burgos" userId="7f8adce1-c802-4289-9a04-a325c955edfc" providerId="ADAL" clId="{E412B5D0-A0BE-4925-9B5D-9DED7C4BD318}" dt="2026-02-12T11:25:21.985" v="37" actId="26606"/>
          <ac:spMkLst>
            <pc:docMk/>
            <pc:sldMk cId="1053184267" sldId="256"/>
            <ac:spMk id="11" creationId="{6B3DAACF-D844-4480-94BE-2DE00ABEEB13}"/>
          </ac:spMkLst>
        </pc:spChg>
        <pc:spChg chg="ad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13" creationId="{4E9A171F-91A7-42F8-B25C-E38B244E757C}"/>
          </ac:spMkLst>
        </pc:spChg>
        <pc:spChg chg="ad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14" creationId="{EA164D6B-6878-4B9F-A2D0-985D39B17B46}"/>
          </ac:spMkLst>
        </pc:spChg>
        <pc:spChg chg="ad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15" creationId="{064738AB-B6BE-4867-889A-52CE4AC8DBD0}"/>
          </ac:spMkLst>
        </pc:spChg>
        <pc:spChg chg="ad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16" creationId="{362F176A-9349-4CD7-8042-59C0200C8CE9}"/>
          </ac:spMkLst>
        </pc:spChg>
        <pc:spChg chg="ad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17" creationId="{57851D67-7085-40E2-B146-F91433A28E08}"/>
          </ac:spMkLst>
        </pc:spChg>
        <pc:spChg chg="ad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19" creationId="{985AAE23-FCB6-4663-907C-0110B0FDC58E}"/>
          </ac:spMkLst>
        </pc:spChg>
        <pc:spChg chg="ad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21" creationId="{9C969C2C-E7E3-4052-87D4-61E733EC1BBD}"/>
          </ac:spMkLst>
        </pc:spChg>
        <pc:spChg chg="add">
          <ac:chgData name="X00229142 David Burgos" userId="7f8adce1-c802-4289-9a04-a325c955edfc" providerId="ADAL" clId="{E412B5D0-A0BE-4925-9B5D-9DED7C4BD318}" dt="2026-02-12T11:25:22.031" v="38" actId="26606"/>
          <ac:spMkLst>
            <pc:docMk/>
            <pc:sldMk cId="1053184267" sldId="256"/>
            <ac:spMk id="23" creationId="{7C60369F-A41B-4D6E-8990-30E2715C5730}"/>
          </ac:spMkLst>
        </pc:spChg>
        <pc:picChg chg="add del">
          <ac:chgData name="X00229142 David Burgos" userId="7f8adce1-c802-4289-9a04-a325c955edfc" providerId="ADAL" clId="{E412B5D0-A0BE-4925-9B5D-9DED7C4BD318}" dt="2026-02-12T11:25:21.985" v="37" actId="26606"/>
          <ac:picMkLst>
            <pc:docMk/>
            <pc:sldMk cId="1053184267" sldId="256"/>
            <ac:picMk id="4" creationId="{75E4D550-763B-B9ED-1676-CA1EB80358FD}"/>
          </ac:picMkLst>
        </pc:picChg>
      </pc:sldChg>
      <pc:sldChg chg="del">
        <pc:chgData name="X00229142 David Burgos" userId="7f8adce1-c802-4289-9a04-a325c955edfc" providerId="ADAL" clId="{E412B5D0-A0BE-4925-9B5D-9DED7C4BD318}" dt="2026-02-12T11:26:31.666" v="64" actId="47"/>
        <pc:sldMkLst>
          <pc:docMk/>
          <pc:sldMk cId="2382849698" sldId="256"/>
        </pc:sldMkLst>
      </pc:sldChg>
      <pc:sldChg chg="addSp modSp new mod setBg modClrScheme chgLayout">
        <pc:chgData name="X00229142 David Burgos" userId="7f8adce1-c802-4289-9a04-a325c955edfc" providerId="ADAL" clId="{E412B5D0-A0BE-4925-9B5D-9DED7C4BD318}" dt="2026-02-12T11:45:47.986" v="469" actId="20577"/>
        <pc:sldMkLst>
          <pc:docMk/>
          <pc:sldMk cId="2995108920" sldId="256"/>
        </pc:sldMkLst>
        <pc:spChg chg="mod">
          <ac:chgData name="X00229142 David Burgos" userId="7f8adce1-c802-4289-9a04-a325c955edfc" providerId="ADAL" clId="{E412B5D0-A0BE-4925-9B5D-9DED7C4BD318}" dt="2026-02-12T11:26:49.463" v="71" actId="20577"/>
          <ac:spMkLst>
            <pc:docMk/>
            <pc:sldMk cId="2995108920" sldId="256"/>
            <ac:spMk id="2" creationId="{43AD484B-7637-FBED-FCBF-06F709FC322F}"/>
          </ac:spMkLst>
        </pc:spChg>
        <pc:spChg chg="mod">
          <ac:chgData name="X00229142 David Burgos" userId="7f8adce1-c802-4289-9a04-a325c955edfc" providerId="ADAL" clId="{E412B5D0-A0BE-4925-9B5D-9DED7C4BD318}" dt="2026-02-12T11:45:47.986" v="469" actId="20577"/>
          <ac:spMkLst>
            <pc:docMk/>
            <pc:sldMk cId="2995108920" sldId="256"/>
            <ac:spMk id="3" creationId="{F127D45A-B90F-F35B-E92A-BF37897B4038}"/>
          </ac:spMkLst>
        </pc:spChg>
        <pc:spChg chg="add">
          <ac:chgData name="X00229142 David Burgos" userId="7f8adce1-c802-4289-9a04-a325c955edfc" providerId="ADAL" clId="{E412B5D0-A0BE-4925-9B5D-9DED7C4BD318}" dt="2026-02-12T11:26:43.503" v="66" actId="26606"/>
          <ac:spMkLst>
            <pc:docMk/>
            <pc:sldMk cId="2995108920" sldId="256"/>
            <ac:spMk id="9" creationId="{19F9BF86-FE94-4517-B97D-026C7515E589}"/>
          </ac:spMkLst>
        </pc:spChg>
        <pc:spChg chg="add">
          <ac:chgData name="X00229142 David Burgos" userId="7f8adce1-c802-4289-9a04-a325c955edfc" providerId="ADAL" clId="{E412B5D0-A0BE-4925-9B5D-9DED7C4BD318}" dt="2026-02-12T11:26:43.503" v="66" actId="26606"/>
          <ac:spMkLst>
            <pc:docMk/>
            <pc:sldMk cId="2995108920" sldId="256"/>
            <ac:spMk id="11" creationId="{36136311-C81B-47C5-AE0A-5641A5A59520}"/>
          </ac:spMkLst>
        </pc:spChg>
        <pc:picChg chg="add">
          <ac:chgData name="X00229142 David Burgos" userId="7f8adce1-c802-4289-9a04-a325c955edfc" providerId="ADAL" clId="{E412B5D0-A0BE-4925-9B5D-9DED7C4BD318}" dt="2026-02-12T11:26:43.503" v="66" actId="26606"/>
          <ac:picMkLst>
            <pc:docMk/>
            <pc:sldMk cId="2995108920" sldId="256"/>
            <ac:picMk id="4" creationId="{D5D0728C-3CC9-815D-E718-5F25F2D2D579}"/>
          </ac:picMkLst>
        </pc:picChg>
        <pc:cxnChg chg="add">
          <ac:chgData name="X00229142 David Burgos" userId="7f8adce1-c802-4289-9a04-a325c955edfc" providerId="ADAL" clId="{E412B5D0-A0BE-4925-9B5D-9DED7C4BD318}" dt="2026-02-12T11:26:43.503" v="66" actId="26606"/>
          <ac:cxnSpMkLst>
            <pc:docMk/>
            <pc:sldMk cId="2995108920" sldId="256"/>
            <ac:cxnSpMk id="13" creationId="{7CC73A33-65FF-41A9-A3B0-006753CD1028}"/>
          </ac:cxnSpMkLst>
        </pc:cxnChg>
      </pc:sldChg>
      <pc:sldChg chg="new add del">
        <pc:chgData name="X00229142 David Burgos" userId="7f8adce1-c802-4289-9a04-a325c955edfc" providerId="ADAL" clId="{E412B5D0-A0BE-4925-9B5D-9DED7C4BD318}" dt="2026-02-12T11:26:24.410" v="56" actId="680"/>
        <pc:sldMkLst>
          <pc:docMk/>
          <pc:sldMk cId="451132749" sldId="257"/>
        </pc:sldMkLst>
      </pc:sldChg>
      <pc:sldChg chg="new add del">
        <pc:chgData name="X00229142 David Burgos" userId="7f8adce1-c802-4289-9a04-a325c955edfc" providerId="ADAL" clId="{E412B5D0-A0BE-4925-9B5D-9DED7C4BD318}" dt="2026-02-12T11:26:23.195" v="52" actId="680"/>
        <pc:sldMkLst>
          <pc:docMk/>
          <pc:sldMk cId="519435289" sldId="257"/>
        </pc:sldMkLst>
      </pc:sldChg>
      <pc:sldChg chg="modSp del mod">
        <pc:chgData name="X00229142 David Burgos" userId="7f8adce1-c802-4289-9a04-a325c955edfc" providerId="ADAL" clId="{E412B5D0-A0BE-4925-9B5D-9DED7C4BD318}" dt="2026-02-12T11:26:31.222" v="63" actId="47"/>
        <pc:sldMkLst>
          <pc:docMk/>
          <pc:sldMk cId="1053184267" sldId="257"/>
        </pc:sldMkLst>
        <pc:spChg chg="mod">
          <ac:chgData name="X00229142 David Burgos" userId="7f8adce1-c802-4289-9a04-a325c955edfc" providerId="ADAL" clId="{E412B5D0-A0BE-4925-9B5D-9DED7C4BD318}" dt="2026-02-12T11:26:27.056" v="62" actId="20577"/>
          <ac:spMkLst>
            <pc:docMk/>
            <pc:sldMk cId="1053184267" sldId="257"/>
            <ac:spMk id="2" creationId="{C0092CF2-A867-31F7-ADC3-9F87EF664334}"/>
          </ac:spMkLst>
        </pc:spChg>
        <pc:spChg chg="mod">
          <ac:chgData name="X00229142 David Burgos" userId="7f8adce1-c802-4289-9a04-a325c955edfc" providerId="ADAL" clId="{E412B5D0-A0BE-4925-9B5D-9DED7C4BD318}" dt="2026-02-12T11:26:26.039" v="59" actId="20577"/>
          <ac:spMkLst>
            <pc:docMk/>
            <pc:sldMk cId="1053184267" sldId="257"/>
            <ac:spMk id="3" creationId="{509CDD67-53BE-9E80-1AC0-70788F6D50DC}"/>
          </ac:spMkLst>
        </pc:spChg>
      </pc:sldChg>
      <pc:sldChg chg="modSp new mod">
        <pc:chgData name="X00229142 David Burgos" userId="7f8adce1-c802-4289-9a04-a325c955edfc" providerId="ADAL" clId="{E412B5D0-A0BE-4925-9B5D-9DED7C4BD318}" dt="2026-02-12T11:27:02.390" v="80" actId="20577"/>
        <pc:sldMkLst>
          <pc:docMk/>
          <pc:sldMk cId="2153643028" sldId="257"/>
        </pc:sldMkLst>
        <pc:spChg chg="mod">
          <ac:chgData name="X00229142 David Burgos" userId="7f8adce1-c802-4289-9a04-a325c955edfc" providerId="ADAL" clId="{E412B5D0-A0BE-4925-9B5D-9DED7C4BD318}" dt="2026-02-12T11:27:02.390" v="80" actId="20577"/>
          <ac:spMkLst>
            <pc:docMk/>
            <pc:sldMk cId="2153643028" sldId="257"/>
            <ac:spMk id="2" creationId="{CD7E1357-6D60-CC02-7FEB-5D1281C6B2B7}"/>
          </ac:spMkLst>
        </pc:spChg>
      </pc:sldChg>
      <pc:sldChg chg="addSp modSp new mod setBg">
        <pc:chgData name="X00229142 David Burgos" userId="7f8adce1-c802-4289-9a04-a325c955edfc" providerId="ADAL" clId="{E412B5D0-A0BE-4925-9B5D-9DED7C4BD318}" dt="2026-02-12T11:35:42.832" v="410" actId="20577"/>
        <pc:sldMkLst>
          <pc:docMk/>
          <pc:sldMk cId="3658172097" sldId="258"/>
        </pc:sldMkLst>
        <pc:spChg chg="mod">
          <ac:chgData name="X00229142 David Burgos" userId="7f8adce1-c802-4289-9a04-a325c955edfc" providerId="ADAL" clId="{E412B5D0-A0BE-4925-9B5D-9DED7C4BD318}" dt="2026-02-12T11:35:34.265" v="402" actId="26606"/>
          <ac:spMkLst>
            <pc:docMk/>
            <pc:sldMk cId="3658172097" sldId="258"/>
            <ac:spMk id="2" creationId="{E3679D8B-D847-B540-E21C-0714337C2468}"/>
          </ac:spMkLst>
        </pc:spChg>
        <pc:spChg chg="mod">
          <ac:chgData name="X00229142 David Burgos" userId="7f8adce1-c802-4289-9a04-a325c955edfc" providerId="ADAL" clId="{E412B5D0-A0BE-4925-9B5D-9DED7C4BD318}" dt="2026-02-12T11:35:42.832" v="410" actId="20577"/>
          <ac:spMkLst>
            <pc:docMk/>
            <pc:sldMk cId="3658172097" sldId="258"/>
            <ac:spMk id="3" creationId="{8E9B244A-B198-D716-4BC1-AC1266D3AFF9}"/>
          </ac:spMkLst>
        </pc:spChg>
        <pc:spChg chg="add">
          <ac:chgData name="X00229142 David Burgos" userId="7f8adce1-c802-4289-9a04-a325c955edfc" providerId="ADAL" clId="{E412B5D0-A0BE-4925-9B5D-9DED7C4BD318}" dt="2026-02-12T11:35:34.265" v="402" actId="26606"/>
          <ac:spMkLst>
            <pc:docMk/>
            <pc:sldMk cId="3658172097" sldId="258"/>
            <ac:spMk id="9" creationId="{744CAA32-F237-419C-A2DD-43C28D920D3C}"/>
          </ac:spMkLst>
        </pc:spChg>
        <pc:picChg chg="add">
          <ac:chgData name="X00229142 David Burgos" userId="7f8adce1-c802-4289-9a04-a325c955edfc" providerId="ADAL" clId="{E412B5D0-A0BE-4925-9B5D-9DED7C4BD318}" dt="2026-02-12T11:35:34.265" v="402" actId="26606"/>
          <ac:picMkLst>
            <pc:docMk/>
            <pc:sldMk cId="3658172097" sldId="258"/>
            <ac:picMk id="5" creationId="{2A117FC0-B26F-F828-0B1F-280C2BD635C7}"/>
          </ac:picMkLst>
        </pc:picChg>
        <pc:cxnChg chg="add">
          <ac:chgData name="X00229142 David Burgos" userId="7f8adce1-c802-4289-9a04-a325c955edfc" providerId="ADAL" clId="{E412B5D0-A0BE-4925-9B5D-9DED7C4BD318}" dt="2026-02-12T11:35:34.265" v="402" actId="26606"/>
          <ac:cxnSpMkLst>
            <pc:docMk/>
            <pc:sldMk cId="3658172097" sldId="258"/>
            <ac:cxnSpMk id="11" creationId="{753FE100-D0AB-4AE2-824B-60CFA31EC6A2}"/>
          </ac:cxnSpMkLst>
        </pc:cxnChg>
      </pc:sldChg>
      <pc:sldChg chg="new add del">
        <pc:chgData name="X00229142 David Burgos" userId="7f8adce1-c802-4289-9a04-a325c955edfc" providerId="ADAL" clId="{E412B5D0-A0BE-4925-9B5D-9DED7C4BD318}" dt="2026-02-12T11:26:24.161" v="55" actId="680"/>
        <pc:sldMkLst>
          <pc:docMk/>
          <pc:sldMk cId="3741951767" sldId="258"/>
        </pc:sldMkLst>
      </pc:sldChg>
      <pc:sldChg chg="modSp new mod">
        <pc:chgData name="X00229142 David Burgos" userId="7f8adce1-c802-4289-9a04-a325c955edfc" providerId="ADAL" clId="{E412B5D0-A0BE-4925-9B5D-9DED7C4BD318}" dt="2026-02-12T11:34:37.110" v="401" actId="20577"/>
        <pc:sldMkLst>
          <pc:docMk/>
          <pc:sldMk cId="3275376513" sldId="259"/>
        </pc:sldMkLst>
        <pc:spChg chg="mod">
          <ac:chgData name="X00229142 David Burgos" userId="7f8adce1-c802-4289-9a04-a325c955edfc" providerId="ADAL" clId="{E412B5D0-A0BE-4925-9B5D-9DED7C4BD318}" dt="2026-02-12T11:27:29.120" v="90" actId="20577"/>
          <ac:spMkLst>
            <pc:docMk/>
            <pc:sldMk cId="3275376513" sldId="259"/>
            <ac:spMk id="2" creationId="{733BCC77-BFFD-E862-F483-724B1CB0B1A8}"/>
          </ac:spMkLst>
        </pc:spChg>
        <pc:spChg chg="mod">
          <ac:chgData name="X00229142 David Burgos" userId="7f8adce1-c802-4289-9a04-a325c955edfc" providerId="ADAL" clId="{E412B5D0-A0BE-4925-9B5D-9DED7C4BD318}" dt="2026-02-12T11:34:37.110" v="401" actId="20577"/>
          <ac:spMkLst>
            <pc:docMk/>
            <pc:sldMk cId="3275376513" sldId="259"/>
            <ac:spMk id="3" creationId="{42308AAD-D7B3-24F7-9805-E2FCBFBFC3F7}"/>
          </ac:spMkLst>
        </pc:spChg>
      </pc:sldChg>
      <pc:sldChg chg="addSp modSp new mod setBg">
        <pc:chgData name="X00229142 David Burgos" userId="7f8adce1-c802-4289-9a04-a325c955edfc" providerId="ADAL" clId="{E412B5D0-A0BE-4925-9B5D-9DED7C4BD318}" dt="2026-02-12T11:44:26.926" v="449" actId="26606"/>
        <pc:sldMkLst>
          <pc:docMk/>
          <pc:sldMk cId="2706193902" sldId="260"/>
        </pc:sldMkLst>
        <pc:spChg chg="mod">
          <ac:chgData name="X00229142 David Burgos" userId="7f8adce1-c802-4289-9a04-a325c955edfc" providerId="ADAL" clId="{E412B5D0-A0BE-4925-9B5D-9DED7C4BD318}" dt="2026-02-12T11:44:26.926" v="449" actId="26606"/>
          <ac:spMkLst>
            <pc:docMk/>
            <pc:sldMk cId="2706193902" sldId="260"/>
            <ac:spMk id="2" creationId="{1DEFD8D0-A0D1-9381-818F-A590F3823EDB}"/>
          </ac:spMkLst>
        </pc:spChg>
        <pc:spChg chg="mod">
          <ac:chgData name="X00229142 David Burgos" userId="7f8adce1-c802-4289-9a04-a325c955edfc" providerId="ADAL" clId="{E412B5D0-A0BE-4925-9B5D-9DED7C4BD318}" dt="2026-02-12T11:44:26.926" v="449" actId="26606"/>
          <ac:spMkLst>
            <pc:docMk/>
            <pc:sldMk cId="2706193902" sldId="260"/>
            <ac:spMk id="3" creationId="{C85A8F92-8221-B791-3204-6034ECF5CDBB}"/>
          </ac:spMkLst>
        </pc:spChg>
        <pc:spChg chg="add">
          <ac:chgData name="X00229142 David Burgos" userId="7f8adce1-c802-4289-9a04-a325c955edfc" providerId="ADAL" clId="{E412B5D0-A0BE-4925-9B5D-9DED7C4BD318}" dt="2026-02-12T11:44:26.926" v="449" actId="26606"/>
          <ac:spMkLst>
            <pc:docMk/>
            <pc:sldMk cId="2706193902" sldId="260"/>
            <ac:spMk id="10" creationId="{744CAA32-F237-419C-A2DD-43C28D920D3C}"/>
          </ac:spMkLst>
        </pc:spChg>
        <pc:picChg chg="add">
          <ac:chgData name="X00229142 David Burgos" userId="7f8adce1-c802-4289-9a04-a325c955edfc" providerId="ADAL" clId="{E412B5D0-A0BE-4925-9B5D-9DED7C4BD318}" dt="2026-02-12T11:44:26.926" v="449" actId="26606"/>
          <ac:picMkLst>
            <pc:docMk/>
            <pc:sldMk cId="2706193902" sldId="260"/>
            <ac:picMk id="7" creationId="{DDA95D92-F40F-74BE-B957-0DA64C5724CC}"/>
          </ac:picMkLst>
        </pc:picChg>
        <pc:cxnChg chg="add">
          <ac:chgData name="X00229142 David Burgos" userId="7f8adce1-c802-4289-9a04-a325c955edfc" providerId="ADAL" clId="{E412B5D0-A0BE-4925-9B5D-9DED7C4BD318}" dt="2026-02-12T11:44:26.926" v="449" actId="26606"/>
          <ac:cxnSpMkLst>
            <pc:docMk/>
            <pc:sldMk cId="2706193902" sldId="260"/>
            <ac:cxnSpMk id="12" creationId="{753FE100-D0AB-4AE2-824B-60CFA31EC6A2}"/>
          </ac:cxnSpMkLst>
        </pc:cxnChg>
      </pc:sldChg>
      <pc:sldMasterChg chg="add del addSldLayout delSldLayout">
        <pc:chgData name="X00229142 David Burgos" userId="7f8adce1-c802-4289-9a04-a325c955edfc" providerId="ADAL" clId="{E412B5D0-A0BE-4925-9B5D-9DED7C4BD318}" dt="2026-02-12T11:25:22.031" v="38" actId="26606"/>
        <pc:sldMasterMkLst>
          <pc:docMk/>
          <pc:sldMasterMk cId="3744377587" sldId="2147483648"/>
        </pc:sldMasterMkLst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1956204441" sldId="2147483649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3241846766" sldId="2147483650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1639839613" sldId="2147483651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4222675614" sldId="2147483652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2268728345" sldId="2147483653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2578586133" sldId="2147483654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916957622" sldId="2147483655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3135603835" sldId="2147483656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1011776350" sldId="2147483657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3784636621" sldId="2147483658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2.031" v="38" actId="26606"/>
          <pc:sldLayoutMkLst>
            <pc:docMk/>
            <pc:sldMasterMk cId="3744377587" sldId="2147483648"/>
            <pc:sldLayoutMk cId="984927434" sldId="2147483659"/>
          </pc:sldLayoutMkLst>
        </pc:sldLayoutChg>
      </pc:sldMasterChg>
      <pc:sldMasterChg chg="add del addSldLayout delSldLayout">
        <pc:chgData name="X00229142 David Burgos" userId="7f8adce1-c802-4289-9a04-a325c955edfc" providerId="ADAL" clId="{E412B5D0-A0BE-4925-9B5D-9DED7C4BD318}" dt="2026-02-12T11:25:21.985" v="37" actId="26606"/>
        <pc:sldMasterMkLst>
          <pc:docMk/>
          <pc:sldMasterMk cId="1707609494" sldId="2147483712"/>
        </pc:sldMasterMkLst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4108121323" sldId="2147483701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2035060256" sldId="2147483702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524180609" sldId="2147483703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2667719349" sldId="2147483704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2775119010" sldId="2147483705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1221153899" sldId="2147483706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3179700538" sldId="2147483707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1940672766" sldId="2147483708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2596148708" sldId="2147483709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2360127722" sldId="2147483710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5:21.985" v="37" actId="26606"/>
          <pc:sldLayoutMkLst>
            <pc:docMk/>
            <pc:sldMasterMk cId="1707609494" sldId="2147483712"/>
            <pc:sldLayoutMk cId="563654446" sldId="2147483711"/>
          </pc:sldLayoutMkLst>
        </pc:sldLayoutChg>
      </pc:sldMasterChg>
      <pc:sldMasterChg chg="add del addSldLayout delSldLayout">
        <pc:chgData name="X00229142 David Burgos" userId="7f8adce1-c802-4289-9a04-a325c955edfc" providerId="ADAL" clId="{E412B5D0-A0BE-4925-9B5D-9DED7C4BD318}" dt="2026-02-12T11:26:43.503" v="66" actId="26606"/>
        <pc:sldMasterMkLst>
          <pc:docMk/>
          <pc:sldMasterMk cId="2194814354" sldId="2147483725"/>
        </pc:sldMasterMkLst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2740172250" sldId="2147483714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1093525012" sldId="2147483715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1346777439" sldId="2147483716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4292050716" sldId="2147483717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3355816425" sldId="2147483718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2745492" sldId="2147483719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527956070" sldId="2147483720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2051365989" sldId="2147483721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2043085294" sldId="2147483722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1498208626" sldId="2147483723"/>
          </pc:sldLayoutMkLst>
        </pc:sldLayoutChg>
        <pc:sldLayoutChg chg="add del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2194814354" sldId="2147483725"/>
            <pc:sldLayoutMk cId="2643697642" sldId="2147483724"/>
          </pc:sldLayoutMkLst>
        </pc:sldLayoutChg>
      </pc:sldMasterChg>
      <pc:sldMasterChg chg="add addSldLayout">
        <pc:chgData name="X00229142 David Burgos" userId="7f8adce1-c802-4289-9a04-a325c955edfc" providerId="ADAL" clId="{E412B5D0-A0BE-4925-9B5D-9DED7C4BD318}" dt="2026-02-12T11:26:43.503" v="66" actId="26606"/>
        <pc:sldMasterMkLst>
          <pc:docMk/>
          <pc:sldMasterMk cId="3413585987" sldId="2147483749"/>
        </pc:sldMasterMkLst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286760226" sldId="2147483738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3071151174" sldId="2147483739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3675511511" sldId="2147483740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2043908632" sldId="2147483741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1849616242" sldId="2147483742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465245142" sldId="2147483743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1643456017" sldId="2147483744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25105723" sldId="2147483745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2031590641" sldId="2147483746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764855159" sldId="2147483747"/>
          </pc:sldLayoutMkLst>
        </pc:sldLayoutChg>
        <pc:sldLayoutChg chg="add">
          <pc:chgData name="X00229142 David Burgos" userId="7f8adce1-c802-4289-9a04-a325c955edfc" providerId="ADAL" clId="{E412B5D0-A0BE-4925-9B5D-9DED7C4BD318}" dt="2026-02-12T11:26:43.503" v="66" actId="26606"/>
          <pc:sldLayoutMkLst>
            <pc:docMk/>
            <pc:sldMasterMk cId="3413585987" sldId="2147483749"/>
            <pc:sldLayoutMk cId="3476555850" sldId="2147483748"/>
          </pc:sldLayoutMkLst>
        </pc:sldLayoutChg>
      </pc:sldMasterChg>
    </pc:docChg>
  </pc:docChgLst>
  <pc:docChgLst>
    <pc:chgData name="X00226363 Daniel Alonso Garcia" userId="S::x00226363@mytudublin.ie::db58cc15-9920-45e3-a252-45261eb34a8a" providerId="AD" clId="Web-{56D55265-1D91-A306-B73E-AFAB6CBE7AC7}"/>
    <pc:docChg chg="addSld modSld">
      <pc:chgData name="X00226363 Daniel Alonso Garcia" userId="S::x00226363@mytudublin.ie::db58cc15-9920-45e3-a252-45261eb34a8a" providerId="AD" clId="Web-{56D55265-1D91-A306-B73E-AFAB6CBE7AC7}" dt="2026-02-12T11:48:07.712" v="820" actId="20577"/>
      <pc:docMkLst>
        <pc:docMk/>
      </pc:docMkLst>
      <pc:sldChg chg="addSp delSp modSp">
        <pc:chgData name="X00226363 Daniel Alonso Garcia" userId="S::x00226363@mytudublin.ie::db58cc15-9920-45e3-a252-45261eb34a8a" providerId="AD" clId="Web-{56D55265-1D91-A306-B73E-AFAB6CBE7AC7}" dt="2026-02-12T11:25:38.221" v="0"/>
        <pc:sldMkLst>
          <pc:docMk/>
          <pc:sldMk cId="1053184267" sldId="256"/>
        </pc:sldMkLst>
        <pc:spChg chg="mod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2" creationId="{C0092CF2-A867-31F7-ADC3-9F87EF664334}"/>
          </ac:spMkLst>
        </pc:spChg>
        <pc:spChg chg="mod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3" creationId="{509CDD67-53BE-9E80-1AC0-70788F6D50DC}"/>
          </ac:spMkLst>
        </pc:spChg>
        <pc:spChg chg="del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14" creationId="{EA164D6B-6878-4B9F-A2D0-985D39B17B46}"/>
          </ac:spMkLst>
        </pc:spChg>
        <pc:spChg chg="del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15" creationId="{064738AB-B6BE-4867-889A-52CE4AC8DBD0}"/>
          </ac:spMkLst>
        </pc:spChg>
        <pc:spChg chg="del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16" creationId="{362F176A-9349-4CD7-8042-59C0200C8CE9}"/>
          </ac:spMkLst>
        </pc:spChg>
        <pc:spChg chg="del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17" creationId="{57851D67-7085-40E2-B146-F91433A28E08}"/>
          </ac:spMkLst>
        </pc:spChg>
        <pc:spChg chg="del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19" creationId="{985AAE23-FCB6-4663-907C-0110B0FDC58E}"/>
          </ac:spMkLst>
        </pc:spChg>
        <pc:spChg chg="del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21" creationId="{9C969C2C-E7E3-4052-87D4-61E733EC1BBD}"/>
          </ac:spMkLst>
        </pc:spChg>
        <pc:spChg chg="add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28" creationId="{CA22F210-7186-4074-94C5-FAD2C2EB15B2}"/>
          </ac:spMkLst>
        </pc:spChg>
        <pc:spChg chg="add">
          <ac:chgData name="X00226363 Daniel Alonso Garcia" userId="S::x00226363@mytudublin.ie::db58cc15-9920-45e3-a252-45261eb34a8a" providerId="AD" clId="Web-{56D55265-1D91-A306-B73E-AFAB6CBE7AC7}" dt="2026-02-12T11:25:38.221" v="0"/>
          <ac:spMkLst>
            <pc:docMk/>
            <pc:sldMk cId="1053184267" sldId="256"/>
            <ac:spMk id="30" creationId="{11C4FED8-D85F-4B52-875F-AB6873B50373}"/>
          </ac:spMkLst>
        </pc:spChg>
      </pc:sldChg>
      <pc:sldChg chg="new">
        <pc:chgData name="X00226363 Daniel Alonso Garcia" userId="S::x00226363@mytudublin.ie::db58cc15-9920-45e3-a252-45261eb34a8a" providerId="AD" clId="Web-{56D55265-1D91-A306-B73E-AFAB6CBE7AC7}" dt="2026-02-12T11:26:21.972" v="1"/>
        <pc:sldMkLst>
          <pc:docMk/>
          <pc:sldMk cId="2382849698" sldId="256"/>
        </pc:sldMkLst>
      </pc:sldChg>
      <pc:sldChg chg="modSp">
        <pc:chgData name="X00226363 Daniel Alonso Garcia" userId="S::x00226363@mytudublin.ie::db58cc15-9920-45e3-a252-45261eb34a8a" providerId="AD" clId="Web-{56D55265-1D91-A306-B73E-AFAB6CBE7AC7}" dt="2026-02-12T11:48:07.712" v="820" actId="20577"/>
        <pc:sldMkLst>
          <pc:docMk/>
          <pc:sldMk cId="2995108920" sldId="256"/>
        </pc:sldMkLst>
        <pc:spChg chg="mod">
          <ac:chgData name="X00226363 Daniel Alonso Garcia" userId="S::x00226363@mytudublin.ie::db58cc15-9920-45e3-a252-45261eb34a8a" providerId="AD" clId="Web-{56D55265-1D91-A306-B73E-AFAB6CBE7AC7}" dt="2026-02-12T11:48:07.712" v="820" actId="20577"/>
          <ac:spMkLst>
            <pc:docMk/>
            <pc:sldMk cId="2995108920" sldId="256"/>
            <ac:spMk id="3" creationId="{F127D45A-B90F-F35B-E92A-BF37897B4038}"/>
          </ac:spMkLst>
        </pc:spChg>
        <pc:picChg chg="mod">
          <ac:chgData name="X00226363 Daniel Alonso Garcia" userId="S::x00226363@mytudublin.ie::db58cc15-9920-45e3-a252-45261eb34a8a" providerId="AD" clId="Web-{56D55265-1D91-A306-B73E-AFAB6CBE7AC7}" dt="2026-02-12T11:45:42.866" v="764" actId="1076"/>
          <ac:picMkLst>
            <pc:docMk/>
            <pc:sldMk cId="2995108920" sldId="256"/>
            <ac:picMk id="4" creationId="{D5D0728C-3CC9-815D-E718-5F25F2D2D579}"/>
          </ac:picMkLst>
        </pc:picChg>
      </pc:sldChg>
      <pc:sldChg chg="addSp modSp mod setBg">
        <pc:chgData name="X00226363 Daniel Alonso Garcia" userId="S::x00226363@mytudublin.ie::db58cc15-9920-45e3-a252-45261eb34a8a" providerId="AD" clId="Web-{56D55265-1D91-A306-B73E-AFAB6CBE7AC7}" dt="2026-02-12T11:31:05.897" v="297"/>
        <pc:sldMkLst>
          <pc:docMk/>
          <pc:sldMk cId="2153643028" sldId="257"/>
        </pc:sldMkLst>
        <pc:spChg chg="mod">
          <ac:chgData name="X00226363 Daniel Alonso Garcia" userId="S::x00226363@mytudublin.ie::db58cc15-9920-45e3-a252-45261eb34a8a" providerId="AD" clId="Web-{56D55265-1D91-A306-B73E-AFAB6CBE7AC7}" dt="2026-02-12T11:31:05.897" v="297"/>
          <ac:spMkLst>
            <pc:docMk/>
            <pc:sldMk cId="2153643028" sldId="257"/>
            <ac:spMk id="2" creationId="{CD7E1357-6D60-CC02-7FEB-5D1281C6B2B7}"/>
          </ac:spMkLst>
        </pc:spChg>
        <pc:spChg chg="mod">
          <ac:chgData name="X00226363 Daniel Alonso Garcia" userId="S::x00226363@mytudublin.ie::db58cc15-9920-45e3-a252-45261eb34a8a" providerId="AD" clId="Web-{56D55265-1D91-A306-B73E-AFAB6CBE7AC7}" dt="2026-02-12T11:31:05.897" v="297"/>
          <ac:spMkLst>
            <pc:docMk/>
            <pc:sldMk cId="2153643028" sldId="257"/>
            <ac:spMk id="3" creationId="{F7B412C7-6B2B-62DD-B3A8-2FF03727BC14}"/>
          </ac:spMkLst>
        </pc:spChg>
        <pc:spChg chg="add">
          <ac:chgData name="X00226363 Daniel Alonso Garcia" userId="S::x00226363@mytudublin.ie::db58cc15-9920-45e3-a252-45261eb34a8a" providerId="AD" clId="Web-{56D55265-1D91-A306-B73E-AFAB6CBE7AC7}" dt="2026-02-12T11:31:05.897" v="297"/>
          <ac:spMkLst>
            <pc:docMk/>
            <pc:sldMk cId="2153643028" sldId="257"/>
            <ac:spMk id="9" creationId="{744CAA32-F237-419C-A2DD-43C28D920D3C}"/>
          </ac:spMkLst>
        </pc:spChg>
        <pc:picChg chg="add">
          <ac:chgData name="X00226363 Daniel Alonso Garcia" userId="S::x00226363@mytudublin.ie::db58cc15-9920-45e3-a252-45261eb34a8a" providerId="AD" clId="Web-{56D55265-1D91-A306-B73E-AFAB6CBE7AC7}" dt="2026-02-12T11:31:05.897" v="297"/>
          <ac:picMkLst>
            <pc:docMk/>
            <pc:sldMk cId="2153643028" sldId="257"/>
            <ac:picMk id="5" creationId="{448387EC-B532-01B7-CEDD-6647061BD9A5}"/>
          </ac:picMkLst>
        </pc:picChg>
        <pc:cxnChg chg="add">
          <ac:chgData name="X00226363 Daniel Alonso Garcia" userId="S::x00226363@mytudublin.ie::db58cc15-9920-45e3-a252-45261eb34a8a" providerId="AD" clId="Web-{56D55265-1D91-A306-B73E-AFAB6CBE7AC7}" dt="2026-02-12T11:31:05.897" v="297"/>
          <ac:cxnSpMkLst>
            <pc:docMk/>
            <pc:sldMk cId="2153643028" sldId="257"/>
            <ac:cxnSpMk id="11" creationId="{691422F5-4221-4812-AFD9-5479C6D60AD9}"/>
          </ac:cxnSpMkLst>
        </pc:cxnChg>
      </pc:sldChg>
      <pc:sldChg chg="addSp modSp mod setBg">
        <pc:chgData name="X00226363 Daniel Alonso Garcia" userId="S::x00226363@mytudublin.ie::db58cc15-9920-45e3-a252-45261eb34a8a" providerId="AD" clId="Web-{56D55265-1D91-A306-B73E-AFAB6CBE7AC7}" dt="2026-02-12T11:45:26.757" v="763" actId="20577"/>
        <pc:sldMkLst>
          <pc:docMk/>
          <pc:sldMk cId="3275376513" sldId="259"/>
        </pc:sldMkLst>
        <pc:spChg chg="mod">
          <ac:chgData name="X00226363 Daniel Alonso Garcia" userId="S::x00226363@mytudublin.ie::db58cc15-9920-45e3-a252-45261eb34a8a" providerId="AD" clId="Web-{56D55265-1D91-A306-B73E-AFAB6CBE7AC7}" dt="2026-02-12T11:42:24.410" v="698"/>
          <ac:spMkLst>
            <pc:docMk/>
            <pc:sldMk cId="3275376513" sldId="259"/>
            <ac:spMk id="2" creationId="{733BCC77-BFFD-E862-F483-724B1CB0B1A8}"/>
          </ac:spMkLst>
        </pc:spChg>
        <pc:spChg chg="mod">
          <ac:chgData name="X00226363 Daniel Alonso Garcia" userId="S::x00226363@mytudublin.ie::db58cc15-9920-45e3-a252-45261eb34a8a" providerId="AD" clId="Web-{56D55265-1D91-A306-B73E-AFAB6CBE7AC7}" dt="2026-02-12T11:45:26.757" v="763" actId="20577"/>
          <ac:spMkLst>
            <pc:docMk/>
            <pc:sldMk cId="3275376513" sldId="259"/>
            <ac:spMk id="3" creationId="{42308AAD-D7B3-24F7-9805-E2FCBFBFC3F7}"/>
          </ac:spMkLst>
        </pc:spChg>
        <pc:spChg chg="add">
          <ac:chgData name="X00226363 Daniel Alonso Garcia" userId="S::x00226363@mytudublin.ie::db58cc15-9920-45e3-a252-45261eb34a8a" providerId="AD" clId="Web-{56D55265-1D91-A306-B73E-AFAB6CBE7AC7}" dt="2026-02-12T11:42:24.410" v="698"/>
          <ac:spMkLst>
            <pc:docMk/>
            <pc:sldMk cId="3275376513" sldId="259"/>
            <ac:spMk id="10" creationId="{744CAA32-F237-419C-A2DD-43C28D920D3C}"/>
          </ac:spMkLst>
        </pc:spChg>
        <pc:picChg chg="add">
          <ac:chgData name="X00226363 Daniel Alonso Garcia" userId="S::x00226363@mytudublin.ie::db58cc15-9920-45e3-a252-45261eb34a8a" providerId="AD" clId="Web-{56D55265-1D91-A306-B73E-AFAB6CBE7AC7}" dt="2026-02-12T11:42:24.410" v="698"/>
          <ac:picMkLst>
            <pc:docMk/>
            <pc:sldMk cId="3275376513" sldId="259"/>
            <ac:picMk id="7" creationId="{014BEA3A-C0E6-455E-E2BE-F4C560548A55}"/>
          </ac:picMkLst>
        </pc:picChg>
        <pc:cxnChg chg="add">
          <ac:chgData name="X00226363 Daniel Alonso Garcia" userId="S::x00226363@mytudublin.ie::db58cc15-9920-45e3-a252-45261eb34a8a" providerId="AD" clId="Web-{56D55265-1D91-A306-B73E-AFAB6CBE7AC7}" dt="2026-02-12T11:42:24.410" v="698"/>
          <ac:cxnSpMkLst>
            <pc:docMk/>
            <pc:sldMk cId="3275376513" sldId="259"/>
            <ac:cxnSpMk id="12" creationId="{753FE100-D0AB-4AE2-824B-60CFA31EC6A2}"/>
          </ac:cxnSpMkLst>
        </pc:cxnChg>
      </pc:sldChg>
      <pc:sldChg chg="addSp delSp modSp new mod setBg">
        <pc:chgData name="X00226363 Daniel Alonso Garcia" userId="S::x00226363@mytudublin.ie::db58cc15-9920-45e3-a252-45261eb34a8a" providerId="AD" clId="Web-{56D55265-1D91-A306-B73E-AFAB6CBE7AC7}" dt="2026-02-12T11:43:09.755" v="699"/>
        <pc:sldMkLst>
          <pc:docMk/>
          <pc:sldMk cId="3221274788" sldId="261"/>
        </pc:sldMkLst>
        <pc:spChg chg="mod">
          <ac:chgData name="X00226363 Daniel Alonso Garcia" userId="S::x00226363@mytudublin.ie::db58cc15-9920-45e3-a252-45261eb34a8a" providerId="AD" clId="Web-{56D55265-1D91-A306-B73E-AFAB6CBE7AC7}" dt="2026-02-12T11:43:09.755" v="699"/>
          <ac:spMkLst>
            <pc:docMk/>
            <pc:sldMk cId="3221274788" sldId="261"/>
            <ac:spMk id="2" creationId="{7F3E6E39-6C0A-C53E-6CF7-50D7C7991732}"/>
          </ac:spMkLst>
        </pc:spChg>
        <pc:spChg chg="del mod">
          <ac:chgData name="X00226363 Daniel Alonso Garcia" userId="S::x00226363@mytudublin.ie::db58cc15-9920-45e3-a252-45261eb34a8a" providerId="AD" clId="Web-{56D55265-1D91-A306-B73E-AFAB6CBE7AC7}" dt="2026-02-12T11:43:09.755" v="699"/>
          <ac:spMkLst>
            <pc:docMk/>
            <pc:sldMk cId="3221274788" sldId="261"/>
            <ac:spMk id="3" creationId="{3AABA548-BBFC-7CF5-68FE-71D44CB00520}"/>
          </ac:spMkLst>
        </pc:spChg>
        <pc:spChg chg="add">
          <ac:chgData name="X00226363 Daniel Alonso Garcia" userId="S::x00226363@mytudublin.ie::db58cc15-9920-45e3-a252-45261eb34a8a" providerId="AD" clId="Web-{56D55265-1D91-A306-B73E-AFAB6CBE7AC7}" dt="2026-02-12T11:43:09.755" v="699"/>
          <ac:spMkLst>
            <pc:docMk/>
            <pc:sldMk cId="3221274788" sldId="261"/>
            <ac:spMk id="9" creationId="{A637580D-1176-4083-A9A1-BD8ED08996EC}"/>
          </ac:spMkLst>
        </pc:spChg>
        <pc:graphicFrameChg chg="add">
          <ac:chgData name="X00226363 Daniel Alonso Garcia" userId="S::x00226363@mytudublin.ie::db58cc15-9920-45e3-a252-45261eb34a8a" providerId="AD" clId="Web-{56D55265-1D91-A306-B73E-AFAB6CBE7AC7}" dt="2026-02-12T11:43:09.755" v="699"/>
          <ac:graphicFrameMkLst>
            <pc:docMk/>
            <pc:sldMk cId="3221274788" sldId="261"/>
            <ac:graphicFrameMk id="5" creationId="{10702CB3-620D-42A6-2D97-333E9CCE7C11}"/>
          </ac:graphicFrameMkLst>
        </pc:graphicFrameChg>
        <pc:cxnChg chg="add">
          <ac:chgData name="X00226363 Daniel Alonso Garcia" userId="S::x00226363@mytudublin.ie::db58cc15-9920-45e3-a252-45261eb34a8a" providerId="AD" clId="Web-{56D55265-1D91-A306-B73E-AFAB6CBE7AC7}" dt="2026-02-12T11:43:09.755" v="699"/>
          <ac:cxnSpMkLst>
            <pc:docMk/>
            <pc:sldMk cId="3221274788" sldId="261"/>
            <ac:cxnSpMk id="11" creationId="{1A85A180-17F0-9F5F-51D9-6D242E7884AB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A59396-5104-418E-9E26-BC2F3DD97350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9A1D748-8963-4F60-B8C0-121965805D11}">
      <dgm:prSet/>
      <dgm:spPr/>
      <dgm:t>
        <a:bodyPr/>
        <a:lstStyle/>
        <a:p>
          <a:r>
            <a:rPr lang="en-US"/>
            <a:t>We are planning on using:</a:t>
          </a:r>
        </a:p>
      </dgm:t>
    </dgm:pt>
    <dgm:pt modelId="{E395026F-D8E6-4BE5-B483-706700FBF7F1}" type="parTrans" cxnId="{6AD342D2-8E5F-4393-88B5-93DDFEBF97F7}">
      <dgm:prSet/>
      <dgm:spPr/>
      <dgm:t>
        <a:bodyPr/>
        <a:lstStyle/>
        <a:p>
          <a:endParaRPr lang="en-US"/>
        </a:p>
      </dgm:t>
    </dgm:pt>
    <dgm:pt modelId="{D8DB058C-B673-490D-A427-057090DBA3D3}" type="sibTrans" cxnId="{6AD342D2-8E5F-4393-88B5-93DDFEBF97F7}">
      <dgm:prSet/>
      <dgm:spPr/>
      <dgm:t>
        <a:bodyPr/>
        <a:lstStyle/>
        <a:p>
          <a:endParaRPr lang="en-US"/>
        </a:p>
      </dgm:t>
    </dgm:pt>
    <dgm:pt modelId="{5AFB8115-CC76-4E2A-A2E0-DD69839DBD97}">
      <dgm:prSet/>
      <dgm:spPr/>
      <dgm:t>
        <a:bodyPr/>
        <a:lstStyle/>
        <a:p>
          <a:r>
            <a:rPr lang="en-US"/>
            <a:t>Random Forest</a:t>
          </a:r>
        </a:p>
      </dgm:t>
    </dgm:pt>
    <dgm:pt modelId="{F84C696D-5CC5-43EE-A684-347B9F9112E2}" type="parTrans" cxnId="{CD634857-06C0-43B3-8871-C836D153FED6}">
      <dgm:prSet/>
      <dgm:spPr/>
      <dgm:t>
        <a:bodyPr/>
        <a:lstStyle/>
        <a:p>
          <a:endParaRPr lang="en-US"/>
        </a:p>
      </dgm:t>
    </dgm:pt>
    <dgm:pt modelId="{754B3BE8-6173-4D57-9E2E-654DDB603740}" type="sibTrans" cxnId="{CD634857-06C0-43B3-8871-C836D153FED6}">
      <dgm:prSet/>
      <dgm:spPr/>
      <dgm:t>
        <a:bodyPr/>
        <a:lstStyle/>
        <a:p>
          <a:endParaRPr lang="en-US"/>
        </a:p>
      </dgm:t>
    </dgm:pt>
    <dgm:pt modelId="{EB27CB78-EA9B-459B-8938-6CC75091B7C9}">
      <dgm:prSet/>
      <dgm:spPr/>
      <dgm:t>
        <a:bodyPr/>
        <a:lstStyle/>
        <a:p>
          <a:r>
            <a:rPr lang="en-US"/>
            <a:t>Logistic Regression</a:t>
          </a:r>
        </a:p>
      </dgm:t>
    </dgm:pt>
    <dgm:pt modelId="{C39A7C54-993C-4D38-84CD-48996929A286}" type="parTrans" cxnId="{2CB1C02E-9A85-4819-AB0B-EA3F134BFE66}">
      <dgm:prSet/>
      <dgm:spPr/>
      <dgm:t>
        <a:bodyPr/>
        <a:lstStyle/>
        <a:p>
          <a:endParaRPr lang="en-US"/>
        </a:p>
      </dgm:t>
    </dgm:pt>
    <dgm:pt modelId="{AADF414D-546B-469E-AEDD-1124C4844A68}" type="sibTrans" cxnId="{2CB1C02E-9A85-4819-AB0B-EA3F134BFE66}">
      <dgm:prSet/>
      <dgm:spPr/>
      <dgm:t>
        <a:bodyPr/>
        <a:lstStyle/>
        <a:p>
          <a:endParaRPr lang="en-US"/>
        </a:p>
      </dgm:t>
    </dgm:pt>
    <dgm:pt modelId="{1E535F59-DF5C-443A-819B-C23E3CDA3168}">
      <dgm:prSet/>
      <dgm:spPr/>
      <dgm:t>
        <a:bodyPr/>
        <a:lstStyle/>
        <a:p>
          <a:r>
            <a:rPr lang="en-US"/>
            <a:t>K-Nearest-Neighborhood (KNN)</a:t>
          </a:r>
        </a:p>
      </dgm:t>
    </dgm:pt>
    <dgm:pt modelId="{A23487E9-CF0A-4056-951B-098DFEB2650F}" type="parTrans" cxnId="{B4338BDD-8587-4EE4-A463-B25114297F30}">
      <dgm:prSet/>
      <dgm:spPr/>
      <dgm:t>
        <a:bodyPr/>
        <a:lstStyle/>
        <a:p>
          <a:endParaRPr lang="en-US"/>
        </a:p>
      </dgm:t>
    </dgm:pt>
    <dgm:pt modelId="{C0BE3D12-9A6C-4EAC-8C86-385F844D189B}" type="sibTrans" cxnId="{B4338BDD-8587-4EE4-A463-B25114297F30}">
      <dgm:prSet/>
      <dgm:spPr/>
      <dgm:t>
        <a:bodyPr/>
        <a:lstStyle/>
        <a:p>
          <a:endParaRPr lang="en-US"/>
        </a:p>
      </dgm:t>
    </dgm:pt>
    <dgm:pt modelId="{3D60B656-761D-415F-80CF-C934F826899A}" type="pres">
      <dgm:prSet presAssocID="{38A59396-5104-418E-9E26-BC2F3DD97350}" presName="diagram" presStyleCnt="0">
        <dgm:presLayoutVars>
          <dgm:dir/>
          <dgm:resizeHandles val="exact"/>
        </dgm:presLayoutVars>
      </dgm:prSet>
      <dgm:spPr/>
    </dgm:pt>
    <dgm:pt modelId="{646FE776-A217-4848-B5A0-6AF556D80A63}" type="pres">
      <dgm:prSet presAssocID="{79A1D748-8963-4F60-B8C0-121965805D11}" presName="node" presStyleLbl="node1" presStyleIdx="0" presStyleCnt="1">
        <dgm:presLayoutVars>
          <dgm:bulletEnabled val="1"/>
        </dgm:presLayoutVars>
      </dgm:prSet>
      <dgm:spPr/>
    </dgm:pt>
  </dgm:ptLst>
  <dgm:cxnLst>
    <dgm:cxn modelId="{2CB1C02E-9A85-4819-AB0B-EA3F134BFE66}" srcId="{79A1D748-8963-4F60-B8C0-121965805D11}" destId="{EB27CB78-EA9B-459B-8938-6CC75091B7C9}" srcOrd="1" destOrd="0" parTransId="{C39A7C54-993C-4D38-84CD-48996929A286}" sibTransId="{AADF414D-546B-469E-AEDD-1124C4844A68}"/>
    <dgm:cxn modelId="{C49D313E-4014-4A53-8A2B-46631EC7B6D2}" type="presOf" srcId="{EB27CB78-EA9B-459B-8938-6CC75091B7C9}" destId="{646FE776-A217-4848-B5A0-6AF556D80A63}" srcOrd="0" destOrd="2" presId="urn:microsoft.com/office/officeart/2005/8/layout/process5"/>
    <dgm:cxn modelId="{114B0E5B-A7C0-4741-B705-7BB714436CAF}" type="presOf" srcId="{79A1D748-8963-4F60-B8C0-121965805D11}" destId="{646FE776-A217-4848-B5A0-6AF556D80A63}" srcOrd="0" destOrd="0" presId="urn:microsoft.com/office/officeart/2005/8/layout/process5"/>
    <dgm:cxn modelId="{CE5BC64F-AAB8-4F4A-8D06-29CCC748F08F}" type="presOf" srcId="{1E535F59-DF5C-443A-819B-C23E3CDA3168}" destId="{646FE776-A217-4848-B5A0-6AF556D80A63}" srcOrd="0" destOrd="3" presId="urn:microsoft.com/office/officeart/2005/8/layout/process5"/>
    <dgm:cxn modelId="{CD634857-06C0-43B3-8871-C836D153FED6}" srcId="{79A1D748-8963-4F60-B8C0-121965805D11}" destId="{5AFB8115-CC76-4E2A-A2E0-DD69839DBD97}" srcOrd="0" destOrd="0" parTransId="{F84C696D-5CC5-43EE-A684-347B9F9112E2}" sibTransId="{754B3BE8-6173-4D57-9E2E-654DDB603740}"/>
    <dgm:cxn modelId="{62B20582-3815-407B-BA4C-8FC7E477ECCD}" type="presOf" srcId="{5AFB8115-CC76-4E2A-A2E0-DD69839DBD97}" destId="{646FE776-A217-4848-B5A0-6AF556D80A63}" srcOrd="0" destOrd="1" presId="urn:microsoft.com/office/officeart/2005/8/layout/process5"/>
    <dgm:cxn modelId="{5DCCA2B8-35CF-48CA-A916-A2CDE4B50197}" type="presOf" srcId="{38A59396-5104-418E-9E26-BC2F3DD97350}" destId="{3D60B656-761D-415F-80CF-C934F826899A}" srcOrd="0" destOrd="0" presId="urn:microsoft.com/office/officeart/2005/8/layout/process5"/>
    <dgm:cxn modelId="{6AD342D2-8E5F-4393-88B5-93DDFEBF97F7}" srcId="{38A59396-5104-418E-9E26-BC2F3DD97350}" destId="{79A1D748-8963-4F60-B8C0-121965805D11}" srcOrd="0" destOrd="0" parTransId="{E395026F-D8E6-4BE5-B483-706700FBF7F1}" sibTransId="{D8DB058C-B673-490D-A427-057090DBA3D3}"/>
    <dgm:cxn modelId="{B4338BDD-8587-4EE4-A463-B25114297F30}" srcId="{79A1D748-8963-4F60-B8C0-121965805D11}" destId="{1E535F59-DF5C-443A-819B-C23E3CDA3168}" srcOrd="2" destOrd="0" parTransId="{A23487E9-CF0A-4056-951B-098DFEB2650F}" sibTransId="{C0BE3D12-9A6C-4EAC-8C86-385F844D189B}"/>
    <dgm:cxn modelId="{B254436C-DF9B-4858-934B-6E127177D9B1}" type="presParOf" srcId="{3D60B656-761D-415F-80CF-C934F826899A}" destId="{646FE776-A217-4848-B5A0-6AF556D80A63}" srcOrd="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FE776-A217-4848-B5A0-6AF556D80A63}">
      <dsp:nvSpPr>
        <dsp:cNvPr id="0" name=""/>
        <dsp:cNvSpPr/>
      </dsp:nvSpPr>
      <dsp:spPr>
        <a:xfrm>
          <a:off x="0" y="217443"/>
          <a:ext cx="7485718" cy="44914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We are planning on using: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Random Forest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Logistic Regression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K-Nearest-Neighborhood (KNN)</a:t>
          </a:r>
        </a:p>
      </dsp:txBody>
      <dsp:txXfrm>
        <a:off x="131549" y="348992"/>
        <a:ext cx="7222620" cy="42283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5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59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5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55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16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5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1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08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24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58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dev.azure.com/X00229142/IEESP/_workitems/recentlyupdated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udublin-my.sharepoint.com/:x:/r/personal/x00221555_mytudublin_ie/_layouts/15/Doc.aspx?sourcedoc=%7BE3AD7F90-41D3-45EC-A6C8-607E52845710%7D&amp;file=PROJECT%20AIML.xlsx&amp;fromShare=true&amp;action=default&amp;mobileredirect=true" TargetMode="External"/><Relationship Id="rId2" Type="http://schemas.openxmlformats.org/officeDocument/2006/relationships/hyperlink" Target="https://www.premierleague.com/en/stat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mierleague.com/en/stats" TargetMode="External"/><Relationship Id="rId7" Type="http://schemas.openxmlformats.org/officeDocument/2006/relationships/image" Target="../media/image7.svg"/><Relationship Id="rId2" Type="http://schemas.openxmlformats.org/officeDocument/2006/relationships/hyperlink" Target="https://www.footballwebpages.co.uk/premier-league/league-tabl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kaggle.com/datasets/zaeemnalla/premier-league" TargetMode="External"/><Relationship Id="rId4" Type="http://schemas.openxmlformats.org/officeDocument/2006/relationships/hyperlink" Target="https://footystats.org/england/premier-league/market-valu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D5D0728C-3CC9-815D-E718-5F25F2D2D5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29"/>
          <a:stretch>
            <a:fillRect/>
          </a:stretch>
        </p:blipFill>
        <p:spPr>
          <a:xfrm>
            <a:off x="-13034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4436" y="1066800"/>
            <a:ext cx="4389120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D484B-7637-FBED-FCBF-06F709FC3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0487" y="1562101"/>
            <a:ext cx="3551402" cy="2738530"/>
          </a:xfrm>
        </p:spPr>
        <p:txBody>
          <a:bodyPr anchor="t">
            <a:normAutofit/>
          </a:bodyPr>
          <a:lstStyle/>
          <a:p>
            <a:r>
              <a:rPr lang="en-US" sz="4800"/>
              <a:t>IEESP</a:t>
            </a:r>
            <a:endParaRPr lang="en-IE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7D45A-B90F-F35B-E92A-BF37897B4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1138" y="3210976"/>
            <a:ext cx="3579790" cy="1086980"/>
          </a:xfrm>
        </p:spPr>
        <p:txBody>
          <a:bodyPr>
            <a:normAutofit fontScale="70000" lnSpcReduction="20000"/>
          </a:bodyPr>
          <a:lstStyle/>
          <a:p>
            <a:r>
              <a:rPr lang="en-IE"/>
              <a:t>MLAI Project</a:t>
            </a:r>
          </a:p>
          <a:p>
            <a:r>
              <a:rPr lang="en-IE" sz="1100" err="1"/>
              <a:t>DaNIEL</a:t>
            </a:r>
            <a:r>
              <a:rPr lang="en-IE" sz="1100"/>
              <a:t> </a:t>
            </a:r>
            <a:r>
              <a:rPr lang="en-IE" sz="1100" err="1"/>
              <a:t>alonso</a:t>
            </a:r>
            <a:r>
              <a:rPr lang="en-IE" sz="1100"/>
              <a:t>     x00226363</a:t>
            </a:r>
          </a:p>
          <a:p>
            <a:r>
              <a:rPr lang="en-IE" sz="1100"/>
              <a:t>David burgos       x00229142</a:t>
            </a:r>
          </a:p>
          <a:p>
            <a:r>
              <a:rPr lang="en-IE" sz="1100"/>
              <a:t>Sean </a:t>
            </a:r>
            <a:r>
              <a:rPr lang="en-IE" sz="1100" err="1"/>
              <a:t>kelly</a:t>
            </a:r>
            <a:r>
              <a:rPr lang="en-IE" sz="1100"/>
              <a:t>          x00221555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24436" y="5780876"/>
            <a:ext cx="438912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10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E1357-6D60-CC02-7FEB-5D1281C6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/>
              <a:t>Problem </a:t>
            </a:r>
            <a:endParaRPr lang="en-IE"/>
          </a:p>
        </p:txBody>
      </p:sp>
      <p:pic>
        <p:nvPicPr>
          <p:cNvPr id="5" name="Picture 4" descr="Soccer ball in the field">
            <a:extLst>
              <a:ext uri="{FF2B5EF4-FFF2-40B4-BE49-F238E27FC236}">
                <a16:creationId xmlns:a16="http://schemas.microsoft.com/office/drawing/2014/main" id="{448387EC-B532-01B7-CEDD-6647061BD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31" r="45556" b="-3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412C7-6B2B-62DD-B3A8-2FF03727B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E"/>
              <a:t>Can the AI predict the premier league results for this season?</a:t>
            </a:r>
          </a:p>
          <a:p>
            <a:r>
              <a:rPr lang="en-IE"/>
              <a:t>As all of the group member are interested in this topic we were thinking, How close can AI get to predict football results?</a:t>
            </a:r>
          </a:p>
          <a:p>
            <a:r>
              <a:rPr lang="en-IE"/>
              <a:t>We know that an exact prediction in these things is impossible, the real question is, How close can our AI get to the reality?</a:t>
            </a:r>
          </a:p>
        </p:txBody>
      </p:sp>
    </p:spTree>
    <p:extLst>
      <p:ext uri="{BB962C8B-B14F-4D97-AF65-F5344CB8AC3E}">
        <p14:creationId xmlns:p14="http://schemas.microsoft.com/office/powerpoint/2010/main" val="215364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79D8B-D847-B540-E21C-0714337C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/>
              <a:t>Azure DevOps </a:t>
            </a:r>
            <a:endParaRPr lang="en-I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B244A-B198-D716-4BC1-AC1266D3A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/>
              <a:t>We created a project planning to clarify the steps we might follow to accomplish the Premier League predictions project we have in mind.</a:t>
            </a:r>
          </a:p>
          <a:p>
            <a:endParaRPr lang="en-US"/>
          </a:p>
          <a:p>
            <a:r>
              <a:rPr lang="en-IE">
                <a:hlinkClick r:id="rId2"/>
              </a:rPr>
              <a:t>Work items - Boards</a:t>
            </a:r>
            <a:endParaRPr lang="en-IE"/>
          </a:p>
        </p:txBody>
      </p:sp>
      <p:pic>
        <p:nvPicPr>
          <p:cNvPr id="5" name="Picture 4" descr="School supplies on a table">
            <a:extLst>
              <a:ext uri="{FF2B5EF4-FFF2-40B4-BE49-F238E27FC236}">
                <a16:creationId xmlns:a16="http://schemas.microsoft.com/office/drawing/2014/main" id="{2A117FC0-B26F-F828-0B1F-280C2BD635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7" r="51802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72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BCC77-BFFD-E862-F483-724B1CB0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/>
              <a:t>Dataset </a:t>
            </a:r>
            <a:endParaRPr lang="en-IE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08AAD-D7B3-24F7-9805-E2FCBFBFC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The dataset we are still working on is based in the stats of each team in the seasons 24/25, 23/24, 22/23.</a:t>
            </a:r>
          </a:p>
          <a:p>
            <a:pPr>
              <a:lnSpc>
                <a:spcPct val="110000"/>
              </a:lnSpc>
            </a:pPr>
            <a:r>
              <a:rPr lang="en-US" sz="1400"/>
              <a:t>We are making our own dataset based on the official website with the stats in each team.</a:t>
            </a:r>
          </a:p>
          <a:p>
            <a:pPr>
              <a:lnSpc>
                <a:spcPct val="110000"/>
              </a:lnSpc>
            </a:pPr>
            <a:r>
              <a:rPr lang="en-US" sz="1400"/>
              <a:t>We are having an issue with the dataset as 3 teams gets relegation and promotion each season.</a:t>
            </a:r>
          </a:p>
          <a:p>
            <a:pPr>
              <a:lnSpc>
                <a:spcPct val="110000"/>
              </a:lnSpc>
            </a:pPr>
            <a:r>
              <a:rPr lang="en-US" sz="1400"/>
              <a:t>We plan to fix this using the last year stats that they were in the Premier League</a:t>
            </a:r>
          </a:p>
          <a:p>
            <a:pPr>
              <a:lnSpc>
                <a:spcPct val="110000"/>
              </a:lnSpc>
            </a:pPr>
            <a:r>
              <a:rPr lang="en-US" sz="1400"/>
              <a:t> </a:t>
            </a:r>
            <a:r>
              <a:rPr lang="en-US" sz="1400">
                <a:hlinkClick r:id="rId2"/>
              </a:rPr>
              <a:t>Premier League Player Stats &amp; Club Statistics</a:t>
            </a:r>
            <a:endParaRPr lang="en-US" sz="1400"/>
          </a:p>
          <a:p>
            <a:pPr>
              <a:lnSpc>
                <a:spcPct val="110000"/>
              </a:lnSpc>
            </a:pPr>
            <a:endParaRPr lang="en-US" sz="140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  <a:hlinkClick r:id="rId3"/>
              </a:rPr>
              <a:t>PROJECT AIML.xlsx</a:t>
            </a:r>
            <a:endParaRPr lang="en-US" sz="140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014BEA3A-C0E6-455E-E2BE-F4C560548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7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6E39-6C0A-C53E-6CF7-50D7C799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en-US" sz="3400"/>
              <a:t>Model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702CB3-620D-42A6-2D97-333E9CCE7C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1339625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127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FD8D0-A0D1-9381-818F-A590F3823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/>
              <a:t>Research and resources </a:t>
            </a:r>
            <a:endParaRPr lang="en-IE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A8F92-8221-B791-3204-6034ECF5C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en-US">
                <a:hlinkClick r:id="rId2"/>
              </a:rPr>
              <a:t>Premier League | League Table | 2025-2026 | Football Web Pages</a:t>
            </a:r>
            <a:endParaRPr lang="en-US"/>
          </a:p>
          <a:p>
            <a:r>
              <a:rPr lang="en-US">
                <a:hlinkClick r:id="rId3"/>
              </a:rPr>
              <a:t>Premier League Player Stats &amp; Club Statistics</a:t>
            </a:r>
            <a:endParaRPr lang="en-US"/>
          </a:p>
          <a:p>
            <a:r>
              <a:rPr lang="en-IE">
                <a:hlinkClick r:id="rId4"/>
              </a:rPr>
              <a:t>Premier League Market Values | </a:t>
            </a:r>
            <a:r>
              <a:rPr lang="en-IE" err="1">
                <a:hlinkClick r:id="rId4"/>
              </a:rPr>
              <a:t>FootyStats</a:t>
            </a:r>
            <a:endParaRPr lang="en-IE">
              <a:hlinkClick r:id="rId4"/>
            </a:endParaRPr>
          </a:p>
          <a:p>
            <a:r>
              <a:rPr lang="en-IE">
                <a:hlinkClick r:id="rId5"/>
              </a:rPr>
              <a:t>Premier League</a:t>
            </a:r>
            <a:endParaRPr lang="en-IE"/>
          </a:p>
        </p:txBody>
      </p:sp>
      <p:pic>
        <p:nvPicPr>
          <p:cNvPr id="7" name="Graphic 6" descr="Soccer">
            <a:extLst>
              <a:ext uri="{FF2B5EF4-FFF2-40B4-BE49-F238E27FC236}">
                <a16:creationId xmlns:a16="http://schemas.microsoft.com/office/drawing/2014/main" id="{DDA95D92-F40F-74BE-B957-0DA64C5724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9390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Metadata/LabelInfo.xml><?xml version="1.0" encoding="utf-8"?>
<clbl:labelList xmlns:clbl="http://schemas.microsoft.com/office/2020/mipLabelMetadata">
  <clbl:label id="{766317cb-e948-4e5f-8cec-dabc8e2fd5da}" enabled="0" method="" siteId="{766317cb-e948-4e5f-8cec-dabc8e2fd5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DashVTI</vt:lpstr>
      <vt:lpstr>IEESP</vt:lpstr>
      <vt:lpstr>Problem </vt:lpstr>
      <vt:lpstr>Azure DevOps </vt:lpstr>
      <vt:lpstr>Dataset </vt:lpstr>
      <vt:lpstr>Model</vt:lpstr>
      <vt:lpstr>Research and resources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X00229142 David Burgos</dc:creator>
  <cp:revision>1</cp:revision>
  <dcterms:created xsi:type="dcterms:W3CDTF">2026-02-12T11:23:47Z</dcterms:created>
  <dcterms:modified xsi:type="dcterms:W3CDTF">2026-02-12T11:48:08Z</dcterms:modified>
</cp:coreProperties>
</file>